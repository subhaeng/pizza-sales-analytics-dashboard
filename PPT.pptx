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909F-E943-B102-949D-97F4ECE6B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F2AD9-E09C-5CBB-ED9E-B8BA1657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B973A-8D74-B5B3-DF52-0A9D4EE5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83334-27B6-13F1-172F-0297C39CE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2D03C-6898-31E7-3607-EE6961AF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4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0943E-FB08-BD95-B6F2-E8960E4B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B1CEA-930A-81BC-81CD-0A656BD1B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E0ED4-1C32-A36B-9AC3-77B9ED07F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FED38-ACF3-3492-90C9-78A529F9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E5032-A76E-2B25-9B99-4D08C24CC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04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1A03-6F7F-1844-3FBC-356AFBD14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3B50E-ABA9-44AF-286E-806101834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16C47-D78C-0022-D863-03BDA08A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E61F-9999-6807-0DF1-8B520FFB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D1C9C-5EB1-54F9-6F96-C5B412B87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98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2EBE-627D-B28C-46AE-22D4DB271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9FF97-D95B-1A4C-01C3-B3393D2EB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BBF77-6B39-7778-6550-FF3838061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69C2E-7D22-EF5B-9E96-880F5ED1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AAB54-85E6-0E54-442F-4C8933F6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F3544-2691-B48A-F457-FFCE791F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81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42D3-DE25-3D24-B1CD-3108CCE5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7AB8F-2C90-4864-2625-25B811BCD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63BC9-FE07-FA07-D38E-E2F8CFD49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97F16-4961-176A-0746-12B1D8E86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2E4D6-FAEA-30E0-FEE7-176B005C0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18AEA-6C7D-414F-6B7C-81A688E7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C675ED-D840-13AB-BD35-874B41AF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3D7C3-9162-D33C-94B7-4C2A6DAA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067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164C2-C4E0-2C4F-81B9-121EEEE92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255A1-9958-19E9-5197-B4BC6A30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882CA-60D7-3B75-A840-A9B9B07F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43167-5753-D49D-CAF0-F41062BB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71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3F6759-4AC0-519B-D1B5-BBF589D81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352B1-8C98-EECB-0468-89C6E2EC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23D70-46E1-B24A-882E-34E26692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29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6EFE7-29DB-5081-6F75-F7B0A335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84E8-987F-9877-859E-7AD07FA8C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3C0C1-82ED-B5B1-8AF1-BA1A061BF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CEDD3-E4DA-A0FD-77ED-E0BA4FEA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00909-EE9B-A5FA-018D-6CFE2E1C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C5D19-D1AF-E438-0A4D-2AA1CF63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00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E334-8A39-1389-6AD0-578E87EE1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BF87AD-5071-4595-0522-E2E3CB047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E5A2B-8359-C72C-4DBC-FBA0C06E5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188C6-BF50-E394-80FC-459A07F1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F263F-77A2-5F3D-EFDD-7D29AFF6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912BA-73C4-285D-274C-84233291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588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F447-EE0F-614A-B812-3AE31B1F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2E6BA-922E-03C3-1061-99945BB6B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0FEA0-9569-7D1D-51DB-3AEAA0A30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F7F7F-273F-D4F1-50FB-0BBBD1C51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1D64D-1C98-C1FA-481D-725C6BF3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51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BB431-39C9-95A7-449D-EA0917901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07B86-4A7C-70B4-7D78-10E3895D1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26A6-D757-7972-6152-0E50EA4E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79033-9DDD-E421-9635-290BB6D4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2D456-0F65-DB2F-915D-7F4E3730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67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2AC9FE-FDBE-C520-5B09-581C06B20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AE3A7-54F9-E833-B4B0-D78FB3827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C851D-DC74-F596-3D58-4B328D660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B6562-6208-4917-A2E5-045EFBDD8CD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08BD3-8A43-F0CC-EFD6-02F334D1B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0C98B-D9F2-C816-7D36-049B85395C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24389-5227-44C9-A360-AF5F2726B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49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859D-D501-A9F5-871F-D9E042AD79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0C035-DE5B-434C-CE73-DA5EC9375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47269-95A0-DD78-0C68-2098A0F24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828" y="0"/>
            <a:ext cx="10254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3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88FC-26BD-206B-FF95-13049537B7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58B0B-7845-E7D4-1DFC-ED57FC544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6EFB3-80EE-4298-1BEB-7DE9D587A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33" y="0"/>
            <a:ext cx="11089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98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SUBHADIP RAY</dc:creator>
  <cp:lastModifiedBy>SUBHADIP RAY</cp:lastModifiedBy>
  <cp:revision>1</cp:revision>
  <dcterms:created xsi:type="dcterms:W3CDTF">2026-08-19T10:55:40Z</dcterms:created>
  <dcterms:modified xsi:type="dcterms:W3CDTF">2026-08-19T10:55:45Z</dcterms:modified>
</cp:coreProperties>
</file>